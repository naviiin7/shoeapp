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Neuromorphic Computing — Bridging Brain and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Presenter: [Your name]</a:t>
            </a:r>
          </a:p>
          <a:p>
            <a:r>
              <a:t>Date: [Tomorrow]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Neuromorphic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computers face energy and data limits.</a:t>
            </a:r>
          </a:p>
          <a:p>
            <a:r>
              <a:t>Neuromorphic computing mimics the brain to achieve real-time, low-power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von Neumann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 CPU and memory connected by data/address buses.</a:t>
            </a:r>
          </a:p>
          <a:p>
            <a:r>
              <a:t>Sequential instruction execution.</a:t>
            </a:r>
          </a:p>
          <a:p>
            <a:r>
              <a:t>Limited by data transfer bandwidth and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von Neumann Bottleneck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must constantly move between memory and CPU.</a:t>
            </a:r>
          </a:p>
          <a:p>
            <a:r>
              <a:t>Over 60% of AI workload energy goes to data movement, not compute.</a:t>
            </a:r>
          </a:p>
          <a:p>
            <a:r>
              <a:t>This limits scalability and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Brain Computes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Neurons store and process locally through spikes.</a:t>
            </a:r>
          </a:p>
          <a:p>
            <a:r>
              <a:t>10^11 neurons, 10^15 synapses.</a:t>
            </a:r>
          </a:p>
          <a:p>
            <a:r>
              <a:t>Consumes only ~20W power for massive parallel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Neuron Model — Leaky Integrate-and-Fire (LIF)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Neuron integrates incoming signals.</a:t>
            </a:r>
          </a:p>
          <a:p>
            <a:r>
              <a:t>Voltage leaks over time.</a:t>
            </a:r>
          </a:p>
          <a:p>
            <a:r>
              <a:t>Fires when threshold reached → sends spike.</a:t>
            </a:r>
          </a:p>
          <a:p>
            <a:r>
              <a:t>V = V + input − leak.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Temporal Dynamics &amp; Sparse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Spike timing carries information.</a:t>
            </a:r>
          </a:p>
          <a:p>
            <a:r>
              <a:t>Asynchronous firing — no central clock.</a:t>
            </a:r>
          </a:p>
          <a:p>
            <a:r>
              <a:t>Only 1–5% of neurons active at once → huge energy savings.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Event-Driven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Computation happens only when spikes occur.</a:t>
            </a:r>
          </a:p>
          <a:p>
            <a:r>
              <a:t>No energy use when idle.</a:t>
            </a:r>
          </a:p>
          <a:p>
            <a:r>
              <a:t>Information encoded in spike timing.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In-Memory &amp; Near-Memory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Near-memory: processing units next to memory.</a:t>
            </a:r>
          </a:p>
          <a:p>
            <a:r>
              <a:t>In-memory: compute within memory array.</a:t>
            </a:r>
          </a:p>
          <a:p>
            <a:r>
              <a:t>Digital (SRAM) and analog (RRAM, PCM, memristors).</a:t>
            </a:r>
          </a:p>
          <a:p>
            <a:r>
              <a:t>Reduces data movement, boosts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Neuromorphic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 Loihi 2 — on-chip learning, scalable cores.</a:t>
            </a:r>
          </a:p>
          <a:p>
            <a:r>
              <a:t>IBM TrueNorth — 1 million neurons, ultra-low power.</a:t>
            </a:r>
          </a:p>
          <a:p>
            <a:r>
              <a:t>SpiNNaker2 — real-time simulation for brain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vs Brain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CPU: 100–200W, sequential, data shuffling heavy.</a:t>
            </a:r>
          </a:p>
          <a:p>
            <a:r>
              <a:t>Brain: 20W, parallel, co-located memory/compute.</a:t>
            </a:r>
          </a:p>
          <a:p>
            <a:r>
              <a:t>Neuromorphic: 1000×–10000× more efficient for specific tasks.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STDP: connection strength changes by spike timing.</a:t>
            </a:r>
          </a:p>
          <a:p>
            <a:r>
              <a:t>ANN→SNN conversion for practical deployment.</a:t>
            </a:r>
          </a:p>
          <a:p>
            <a:r>
              <a:t>Spike-based backpropagation is evolving.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 neuromorphic front-end with deep learning backend.</a:t>
            </a:r>
          </a:p>
          <a:p>
            <a:r>
              <a:t>Front-end handles sensing and adaptation.</a:t>
            </a:r>
          </a:p>
          <a:p>
            <a:r>
              <a:t>Backend handles high-level reasoning.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Applications: edge AI, robotics, prosthetics, sensors.</a:t>
            </a:r>
          </a:p>
          <a:p>
            <a:r>
              <a:t>Challenges: programming tools, scaling, manufacturing variability.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Neuromorphic computing bridges biology and silicon.</a:t>
            </a:r>
          </a:p>
          <a:p>
            <a:r>
              <a:t>Offers real-time, adaptive, energy-efficient intelligence.</a:t>
            </a:r>
          </a:p>
          <a:p>
            <a:r>
              <a:t>Complements—not replaces—traditional AI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